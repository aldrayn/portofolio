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6" r:id="rId5"/>
    <p:sldId id="258" r:id="rId6"/>
    <p:sldId id="260" r:id="rId7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2C9CDA-06AD-448B-AE43-AF39E35C9415}" v="1" dt="2024-07-21T12:56:05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00" autoAdjust="0"/>
    <p:restoredTop sz="96236" autoAdjust="0"/>
  </p:normalViewPr>
  <p:slideViewPr>
    <p:cSldViewPr snapToGrid="0">
      <p:cViewPr varScale="1">
        <p:scale>
          <a:sx n="110" d="100"/>
          <a:sy n="110" d="100"/>
        </p:scale>
        <p:origin x="10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hmad" userId="d3510f94-5988-4c3a-9ef9-f2f99b91dc31" providerId="ADAL" clId="{562C9CDA-06AD-448B-AE43-AF39E35C9415}"/>
    <pc:docChg chg="undo custSel addSld delSld modSld sldOrd">
      <pc:chgData name="Ali Ahmad" userId="d3510f94-5988-4c3a-9ef9-f2f99b91dc31" providerId="ADAL" clId="{562C9CDA-06AD-448B-AE43-AF39E35C9415}" dt="2024-08-04T07:10:37.151" v="306" actId="47"/>
      <pc:docMkLst>
        <pc:docMk/>
      </pc:docMkLst>
      <pc:sldChg chg="modSp mod">
        <pc:chgData name="Ali Ahmad" userId="d3510f94-5988-4c3a-9ef9-f2f99b91dc31" providerId="ADAL" clId="{562C9CDA-06AD-448B-AE43-AF39E35C9415}" dt="2024-07-26T16:34:33.157" v="266" actId="20577"/>
        <pc:sldMkLst>
          <pc:docMk/>
          <pc:sldMk cId="2772807980" sldId="256"/>
        </pc:sldMkLst>
        <pc:spChg chg="mod">
          <ac:chgData name="Ali Ahmad" userId="d3510f94-5988-4c3a-9ef9-f2f99b91dc31" providerId="ADAL" clId="{562C9CDA-06AD-448B-AE43-AF39E35C9415}" dt="2024-07-26T16:34:33.157" v="266" actId="20577"/>
          <ac:spMkLst>
            <pc:docMk/>
            <pc:sldMk cId="2772807980" sldId="256"/>
            <ac:spMk id="3" creationId="{C4EAED8B-40B8-2F67-2CA2-D6CB3B6F8578}"/>
          </ac:spMkLst>
        </pc:spChg>
      </pc:sldChg>
      <pc:sldChg chg="modSp mod">
        <pc:chgData name="Ali Ahmad" userId="d3510f94-5988-4c3a-9ef9-f2f99b91dc31" providerId="ADAL" clId="{562C9CDA-06AD-448B-AE43-AF39E35C9415}" dt="2024-07-21T12:56:32.117" v="22" actId="27636"/>
        <pc:sldMkLst>
          <pc:docMk/>
          <pc:sldMk cId="349862419" sldId="258"/>
        </pc:sldMkLst>
        <pc:spChg chg="mod">
          <ac:chgData name="Ali Ahmad" userId="d3510f94-5988-4c3a-9ef9-f2f99b91dc31" providerId="ADAL" clId="{562C9CDA-06AD-448B-AE43-AF39E35C9415}" dt="2024-07-20T14:34:31.603" v="11" actId="113"/>
          <ac:spMkLst>
            <pc:docMk/>
            <pc:sldMk cId="349862419" sldId="258"/>
            <ac:spMk id="2" creationId="{035C383B-F10C-7ECB-AA0D-9A79BD44F6B7}"/>
          </ac:spMkLst>
        </pc:spChg>
        <pc:spChg chg="mod">
          <ac:chgData name="Ali Ahmad" userId="d3510f94-5988-4c3a-9ef9-f2f99b91dc31" providerId="ADAL" clId="{562C9CDA-06AD-448B-AE43-AF39E35C9415}" dt="2024-07-21T12:56:32.117" v="22" actId="27636"/>
          <ac:spMkLst>
            <pc:docMk/>
            <pc:sldMk cId="349862419" sldId="258"/>
            <ac:spMk id="3" creationId="{F9AAA8B0-E93B-E9BB-8C09-E2F8D0D61EB5}"/>
          </ac:spMkLst>
        </pc:spChg>
      </pc:sldChg>
      <pc:sldChg chg="modSp del mod">
        <pc:chgData name="Ali Ahmad" userId="d3510f94-5988-4c3a-9ef9-f2f99b91dc31" providerId="ADAL" clId="{562C9CDA-06AD-448B-AE43-AF39E35C9415}" dt="2024-07-31T19:06:28.391" v="297" actId="2696"/>
        <pc:sldMkLst>
          <pc:docMk/>
          <pc:sldMk cId="2639771135" sldId="259"/>
        </pc:sldMkLst>
        <pc:spChg chg="mod">
          <ac:chgData name="Ali Ahmad" userId="d3510f94-5988-4c3a-9ef9-f2f99b91dc31" providerId="ADAL" clId="{562C9CDA-06AD-448B-AE43-AF39E35C9415}" dt="2024-07-21T18:20:48.487" v="247" actId="113"/>
          <ac:spMkLst>
            <pc:docMk/>
            <pc:sldMk cId="2639771135" sldId="259"/>
            <ac:spMk id="2" creationId="{72C2B2EC-99A5-254E-1B8F-9051BBBBDDFD}"/>
          </ac:spMkLst>
        </pc:spChg>
        <pc:spChg chg="mod">
          <ac:chgData name="Ali Ahmad" userId="d3510f94-5988-4c3a-9ef9-f2f99b91dc31" providerId="ADAL" clId="{562C9CDA-06AD-448B-AE43-AF39E35C9415}" dt="2024-07-22T10:52:00.584" v="252" actId="27636"/>
          <ac:spMkLst>
            <pc:docMk/>
            <pc:sldMk cId="2639771135" sldId="259"/>
            <ac:spMk id="3" creationId="{BE626091-3B69-DCC0-994D-701843DDEA07}"/>
          </ac:spMkLst>
        </pc:spChg>
      </pc:sldChg>
      <pc:sldChg chg="modSp mod">
        <pc:chgData name="Ali Ahmad" userId="d3510f94-5988-4c3a-9ef9-f2f99b91dc31" providerId="ADAL" clId="{562C9CDA-06AD-448B-AE43-AF39E35C9415}" dt="2024-07-21T18:20:51.581" v="248" actId="113"/>
        <pc:sldMkLst>
          <pc:docMk/>
          <pc:sldMk cId="3166029343" sldId="260"/>
        </pc:sldMkLst>
        <pc:spChg chg="mod">
          <ac:chgData name="Ali Ahmad" userId="d3510f94-5988-4c3a-9ef9-f2f99b91dc31" providerId="ADAL" clId="{562C9CDA-06AD-448B-AE43-AF39E35C9415}" dt="2024-07-21T18:20:51.581" v="248" actId="113"/>
          <ac:spMkLst>
            <pc:docMk/>
            <pc:sldMk cId="3166029343" sldId="260"/>
            <ac:spMk id="2" creationId="{6F41F449-8457-0E38-E3B4-75FA6F83C166}"/>
          </ac:spMkLst>
        </pc:spChg>
        <pc:spChg chg="mod">
          <ac:chgData name="Ali Ahmad" userId="d3510f94-5988-4c3a-9ef9-f2f99b91dc31" providerId="ADAL" clId="{562C9CDA-06AD-448B-AE43-AF39E35C9415}" dt="2024-07-21T13:02:38.648" v="56" actId="20577"/>
          <ac:spMkLst>
            <pc:docMk/>
            <pc:sldMk cId="3166029343" sldId="260"/>
            <ac:spMk id="3" creationId="{A96A4C0A-7CD6-52C8-5795-CE203917B8A2}"/>
          </ac:spMkLst>
        </pc:spChg>
      </pc:sldChg>
      <pc:sldChg chg="del">
        <pc:chgData name="Ali Ahmad" userId="d3510f94-5988-4c3a-9ef9-f2f99b91dc31" providerId="ADAL" clId="{562C9CDA-06AD-448B-AE43-AF39E35C9415}" dt="2024-07-21T13:01:33.887" v="29" actId="2696"/>
        <pc:sldMkLst>
          <pc:docMk/>
          <pc:sldMk cId="607336469" sldId="261"/>
        </pc:sldMkLst>
      </pc:sldChg>
      <pc:sldChg chg="modSp del mod ord">
        <pc:chgData name="Ali Ahmad" userId="d3510f94-5988-4c3a-9ef9-f2f99b91dc31" providerId="ADAL" clId="{562C9CDA-06AD-448B-AE43-AF39E35C9415}" dt="2024-08-04T07:10:36.309" v="305" actId="47"/>
        <pc:sldMkLst>
          <pc:docMk/>
          <pc:sldMk cId="2564379909" sldId="263"/>
        </pc:sldMkLst>
        <pc:spChg chg="mod">
          <ac:chgData name="Ali Ahmad" userId="d3510f94-5988-4c3a-9ef9-f2f99b91dc31" providerId="ADAL" clId="{562C9CDA-06AD-448B-AE43-AF39E35C9415}" dt="2024-07-31T19:05:17.669" v="289" actId="20577"/>
          <ac:spMkLst>
            <pc:docMk/>
            <pc:sldMk cId="2564379909" sldId="263"/>
            <ac:spMk id="2" creationId="{25E5519D-E5FA-5BA8-A4BA-A225CA110308}"/>
          </ac:spMkLst>
        </pc:spChg>
        <pc:spChg chg="mod">
          <ac:chgData name="Ali Ahmad" userId="d3510f94-5988-4c3a-9ef9-f2f99b91dc31" providerId="ADAL" clId="{562C9CDA-06AD-448B-AE43-AF39E35C9415}" dt="2024-07-31T19:05:48.602" v="293" actId="13926"/>
          <ac:spMkLst>
            <pc:docMk/>
            <pc:sldMk cId="2564379909" sldId="263"/>
            <ac:spMk id="3" creationId="{3AACD20F-C850-EB87-7F72-C016CF415169}"/>
          </ac:spMkLst>
        </pc:spChg>
      </pc:sldChg>
      <pc:sldChg chg="modSp add del mod">
        <pc:chgData name="Ali Ahmad" userId="d3510f94-5988-4c3a-9ef9-f2f99b91dc31" providerId="ADAL" clId="{562C9CDA-06AD-448B-AE43-AF39E35C9415}" dt="2024-08-04T07:10:34.257" v="303" actId="47"/>
        <pc:sldMkLst>
          <pc:docMk/>
          <pc:sldMk cId="3587581020" sldId="264"/>
        </pc:sldMkLst>
        <pc:spChg chg="mod">
          <ac:chgData name="Ali Ahmad" userId="d3510f94-5988-4c3a-9ef9-f2f99b91dc31" providerId="ADAL" clId="{562C9CDA-06AD-448B-AE43-AF39E35C9415}" dt="2024-07-31T19:04:07.624" v="282" actId="13926"/>
          <ac:spMkLst>
            <pc:docMk/>
            <pc:sldMk cId="3587581020" sldId="264"/>
            <ac:spMk id="5" creationId="{FFB07957-8AEC-E74B-74C4-5935935C9130}"/>
          </ac:spMkLst>
        </pc:spChg>
      </pc:sldChg>
      <pc:sldChg chg="modSp add del mod">
        <pc:chgData name="Ali Ahmad" userId="d3510f94-5988-4c3a-9ef9-f2f99b91dc31" providerId="ADAL" clId="{562C9CDA-06AD-448B-AE43-AF39E35C9415}" dt="2024-08-04T07:10:35.296" v="304" actId="47"/>
        <pc:sldMkLst>
          <pc:docMk/>
          <pc:sldMk cId="2996022595" sldId="265"/>
        </pc:sldMkLst>
        <pc:spChg chg="mod">
          <ac:chgData name="Ali Ahmad" userId="d3510f94-5988-4c3a-9ef9-f2f99b91dc31" providerId="ADAL" clId="{562C9CDA-06AD-448B-AE43-AF39E35C9415}" dt="2024-08-04T06:59:30.039" v="300" actId="13926"/>
          <ac:spMkLst>
            <pc:docMk/>
            <pc:sldMk cId="2996022595" sldId="265"/>
            <ac:spMk id="3" creationId="{3AACD20F-C850-EB87-7F72-C016CF415169}"/>
          </ac:spMkLst>
        </pc:spChg>
      </pc:sldChg>
      <pc:sldChg chg="add">
        <pc:chgData name="Ali Ahmad" userId="d3510f94-5988-4c3a-9ef9-f2f99b91dc31" providerId="ADAL" clId="{562C9CDA-06AD-448B-AE43-AF39E35C9415}" dt="2024-07-31T19:01:42.643" v="269" actId="2890"/>
        <pc:sldMkLst>
          <pc:docMk/>
          <pc:sldMk cId="2218198170" sldId="266"/>
        </pc:sldMkLst>
      </pc:sldChg>
      <pc:sldChg chg="add del">
        <pc:chgData name="Ali Ahmad" userId="d3510f94-5988-4c3a-9ef9-f2f99b91dc31" providerId="ADAL" clId="{562C9CDA-06AD-448B-AE43-AF39E35C9415}" dt="2024-07-31T19:06:18.516" v="296" actId="2696"/>
        <pc:sldMkLst>
          <pc:docMk/>
          <pc:sldMk cId="451296651" sldId="267"/>
        </pc:sldMkLst>
      </pc:sldChg>
      <pc:sldChg chg="modSp add del mod">
        <pc:chgData name="Ali Ahmad" userId="d3510f94-5988-4c3a-9ef9-f2f99b91dc31" providerId="ADAL" clId="{562C9CDA-06AD-448B-AE43-AF39E35C9415}" dt="2024-08-04T07:10:37.151" v="306" actId="47"/>
        <pc:sldMkLst>
          <pc:docMk/>
          <pc:sldMk cId="891365146" sldId="268"/>
        </pc:sldMkLst>
        <pc:spChg chg="mod">
          <ac:chgData name="Ali Ahmad" userId="d3510f94-5988-4c3a-9ef9-f2f99b91dc31" providerId="ADAL" clId="{562C9CDA-06AD-448B-AE43-AF39E35C9415}" dt="2024-08-04T07:04:16.399" v="302" actId="13926"/>
          <ac:spMkLst>
            <pc:docMk/>
            <pc:sldMk cId="891365146" sldId="268"/>
            <ac:spMk id="3" creationId="{BE626091-3B69-DCC0-994D-701843DDEA07}"/>
          </ac:spMkLst>
        </pc:spChg>
      </pc:sldChg>
      <pc:sldChg chg="add del">
        <pc:chgData name="Ali Ahmad" userId="d3510f94-5988-4c3a-9ef9-f2f99b91dc31" providerId="ADAL" clId="{562C9CDA-06AD-448B-AE43-AF39E35C9415}" dt="2024-07-31T19:06:32.545" v="298" actId="2696"/>
        <pc:sldMkLst>
          <pc:docMk/>
          <pc:sldMk cId="749400608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CE39-0EF0-FF0A-11D1-2B186E677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06EE4-2806-FD97-2F4A-8D0823556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6A06A-EFD8-C516-DA85-AD7D6CED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21.02.2026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46B5-4E9A-692C-7C51-D0F9D323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92B42-868D-DEDA-A785-81B42AB1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177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AE2D-A512-D6C9-2920-51D227324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CD40-FC63-7B14-893F-76B1DFC1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E3FFB-4DC1-A56D-9904-E2AB94B2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21.02.2026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B3995-EC48-2805-00D1-AAA27153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C80B-ABF8-6A37-C125-7BE9D17F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164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E2C4-8E34-AA12-7FF5-EEAAD51A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364D9-EE70-D331-FA78-65B64E5EF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5B80-CF8E-8161-CB6C-DBA88F0A0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21.02.2026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253F2-F1CF-3ED5-B884-81926589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BE05-3657-961D-7543-5A7C2E8B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5179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08B6-1FFD-17AC-808B-E5BA177A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D98B-6CE0-78CC-3DAE-9C4941BB9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F1D2B-973B-FDCE-5D56-264B7ABB7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890CD-0FFD-4DA5-FF94-43DC8085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21.02.2026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7F048-9ECE-9000-4E04-DF3970A1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0A301-FDA6-1580-F6CD-A5B13BC6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9112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5908-2434-8304-4D80-B51C293D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5414-A97A-0529-4820-9A6E0618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977FA-AEEE-C0B4-990F-9DA0AC1E3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F0AC2-BEC1-EDAF-27BC-44AC28599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FC468-6535-08F7-FB3D-ADEB5C4D6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7E0EA-2F4B-A0D9-28BC-4E36AF13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21.02.2026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D7A9F-47C7-A0F5-30B9-EF452D20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5049E-A493-B2A1-DA28-7E7F5D187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462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180D-D4E7-DC95-4016-3D584D2D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077DB-C074-B875-563C-3446B25E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21.02.2026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B1B0B-6516-1BF8-FF0D-AED30891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B6FB4-B4BA-7EB8-7E92-26D846E5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701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55FA8-EE12-07EA-0FD5-064AC8C0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21.02.2026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72E48-8948-1FC6-E5F5-A5C73B0D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357AB-02D0-C856-831B-96C972F7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020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0C88-C536-E8E8-8406-F050DDE8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609D0-765E-DA28-DD8C-22857B14A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7711D-E970-C19B-ACC8-9CD7CDE11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E1DE5-0D30-56EA-97C6-08EC6315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21.02.2026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5AB69-0C1E-BB87-3642-857592FE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1DD4C-CE03-16A1-9894-F92BD29E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4109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E1C1-3DE8-A60A-91B5-3B335A38E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3B37F7-0488-B5D1-1492-72975D6C4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90D8C-284F-97F5-7ED5-A143D0D31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7039E-345B-0D2B-8932-A7577CE5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21.02.2026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54B33-9CE0-8946-C9A9-F73F19F5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68926-E7D8-DB30-BF78-CA0CD91F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525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8EF3-76E2-6293-EB4F-9224EB13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47CC23-5886-7C95-77AE-8E5AE2008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4C95-CB22-1FEB-99BC-968F581D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21.02.2026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5F739-8F62-B980-6487-7A040F5A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A8889-9AA9-2BD7-1A2A-9BF62FB5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274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7C4CF8-3424-5860-C02A-037A7182C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61A0F-DF36-7A16-9E4E-F590C893A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7637A-739E-E7BE-A828-260C6134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21.02.2026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978ED-6B55-BC69-9035-D5FE994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94C69-D7A6-BED6-BCAE-07F886F8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408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1CF4ED-0AF2-5018-03CD-B667836E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106B1-4B46-D273-F8FA-7A729C50E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F5D5-48B2-F98C-BBC6-80CCC61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130FF-60BC-4C0C-AEE3-7285F2A694C4}" type="datetimeFigureOut">
              <a:rPr lang="nb-NO" smtClean="0"/>
              <a:t>21.02.2026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316BC-FE1B-3A40-C00D-A6AA45EC7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5389C-088B-425B-7712-DEA55E405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623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BA98-EC22-9272-C976-54487400D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Marketing Analytics Business Case</a:t>
            </a:r>
            <a:endParaRPr lang="nb-NO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EAED8B-40B8-2F67-2CA2-D6CB3B6F85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/>
              <a:t>Ali Ahmad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7280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41373F-6A73-4B5F-E4FC-95E89DA1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Business Problem</a:t>
            </a:r>
            <a:endParaRPr lang="nb-NO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B07957-8AEC-E74B-74C4-5935935C9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209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b="1" dirty="0" err="1"/>
              <a:t>Situasi</a:t>
            </a:r>
            <a:br>
              <a:rPr lang="en-US" b="1" dirty="0"/>
            </a:br>
            <a:r>
              <a:rPr lang="en-US" dirty="0" err="1"/>
              <a:t>ShopEasy</a:t>
            </a:r>
            <a:r>
              <a:rPr lang="en-US" dirty="0"/>
              <a:t>,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 </a:t>
            </a:r>
            <a:r>
              <a:rPr lang="en-US" dirty="0" err="1"/>
              <a:t>ritel</a:t>
            </a:r>
            <a:r>
              <a:rPr lang="en-US" dirty="0"/>
              <a:t> online, </a:t>
            </a:r>
            <a:r>
              <a:rPr lang="en-US" dirty="0" err="1"/>
              <a:t>sedang</a:t>
            </a:r>
            <a:r>
              <a:rPr lang="en-US" dirty="0"/>
              <a:t> </a:t>
            </a:r>
            <a:r>
              <a:rPr lang="en-US" dirty="0" err="1"/>
              <a:t>menghadapi</a:t>
            </a:r>
            <a:r>
              <a:rPr lang="en-US" dirty="0"/>
              <a:t> </a:t>
            </a:r>
            <a:r>
              <a:rPr lang="en-US" dirty="0" err="1"/>
              <a:t>penurunan</a:t>
            </a:r>
            <a:r>
              <a:rPr lang="en-US" dirty="0"/>
              <a:t> </a:t>
            </a:r>
            <a:r>
              <a:rPr lang="en-US" dirty="0" err="1"/>
              <a:t>keterlibatan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 dan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konversi</a:t>
            </a:r>
            <a:r>
              <a:rPr lang="en-US" dirty="0"/>
              <a:t> </a:t>
            </a:r>
            <a:r>
              <a:rPr lang="en-US" dirty="0" err="1"/>
              <a:t>meskipun</a:t>
            </a:r>
            <a:r>
              <a:rPr lang="en-US" dirty="0"/>
              <a:t>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meluncurkan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kampanye</a:t>
            </a:r>
            <a:r>
              <a:rPr lang="en-US" dirty="0"/>
              <a:t> </a:t>
            </a:r>
            <a:r>
              <a:rPr lang="en-US" dirty="0" err="1"/>
              <a:t>pemasaran</a:t>
            </a:r>
            <a:r>
              <a:rPr lang="en-US" dirty="0"/>
              <a:t> online </a:t>
            </a:r>
            <a:r>
              <a:rPr lang="en-US" dirty="0" err="1"/>
              <a:t>baru</a:t>
            </a:r>
            <a:r>
              <a:rPr lang="en-US" dirty="0"/>
              <a:t>. </a:t>
            </a:r>
            <a:r>
              <a:rPr lang="en-US" dirty="0" err="1"/>
              <a:t>Mereka</a:t>
            </a:r>
            <a:r>
              <a:rPr lang="en-US" dirty="0"/>
              <a:t> </a:t>
            </a:r>
            <a:r>
              <a:rPr lang="en-US" dirty="0" err="1"/>
              <a:t>meminta</a:t>
            </a:r>
            <a:r>
              <a:rPr lang="en-US" dirty="0"/>
              <a:t> </a:t>
            </a:r>
            <a:r>
              <a:rPr lang="en-US" dirty="0" err="1"/>
              <a:t>bantuan</a:t>
            </a:r>
            <a:r>
              <a:rPr lang="en-US" dirty="0"/>
              <a:t> Anda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mendalam</a:t>
            </a:r>
            <a:r>
              <a:rPr lang="en-US" dirty="0"/>
              <a:t> dan </a:t>
            </a:r>
            <a:r>
              <a:rPr lang="en-US" dirty="0" err="1"/>
              <a:t>mengidentifikasi</a:t>
            </a:r>
            <a:r>
              <a:rPr lang="en-US" dirty="0"/>
              <a:t> area yang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diperbaiki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strategi </a:t>
            </a:r>
            <a:r>
              <a:rPr lang="en-US" dirty="0" err="1"/>
              <a:t>pemasaran</a:t>
            </a:r>
            <a:r>
              <a:rPr lang="en-US" dirty="0"/>
              <a:t> </a:t>
            </a:r>
            <a:r>
              <a:rPr lang="en-US" dirty="0" err="1"/>
              <a:t>mereka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b="1" dirty="0"/>
              <a:t>Key Points:</a:t>
            </a:r>
          </a:p>
          <a:p>
            <a:pPr>
              <a:lnSpc>
                <a:spcPct val="120000"/>
              </a:lnSpc>
            </a:pPr>
            <a:r>
              <a:rPr lang="en-US" b="1" dirty="0" err="1"/>
              <a:t>Penurunan</a:t>
            </a:r>
            <a:r>
              <a:rPr lang="en-US" b="1" dirty="0"/>
              <a:t> </a:t>
            </a:r>
            <a:r>
              <a:rPr lang="en-US" b="1" dirty="0" err="1"/>
              <a:t>Keterlibatan</a:t>
            </a:r>
            <a:r>
              <a:rPr lang="en-US" b="1" dirty="0"/>
              <a:t> </a:t>
            </a:r>
            <a:r>
              <a:rPr lang="en-US" b="1" dirty="0" err="1"/>
              <a:t>Pelanggan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interaksi</a:t>
            </a:r>
            <a:r>
              <a:rPr lang="en-US" dirty="0"/>
              <a:t> dan </a:t>
            </a:r>
            <a:r>
              <a:rPr lang="en-US" dirty="0" err="1"/>
              <a:t>keterlibatan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situs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</a:t>
            </a:r>
            <a:r>
              <a:rPr lang="en-US" dirty="0" err="1"/>
              <a:t>pemasaran</a:t>
            </a:r>
            <a:r>
              <a:rPr lang="en-US" dirty="0"/>
              <a:t> </a:t>
            </a:r>
            <a:r>
              <a:rPr lang="en-US" dirty="0" err="1"/>
              <a:t>mengalami</a:t>
            </a:r>
            <a:r>
              <a:rPr lang="en-US" dirty="0"/>
              <a:t> </a:t>
            </a:r>
            <a:r>
              <a:rPr lang="en-US" dirty="0" err="1"/>
              <a:t>penurunan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b="1" dirty="0" err="1"/>
              <a:t>Penurunan</a:t>
            </a:r>
            <a:r>
              <a:rPr lang="en-US" b="1" dirty="0"/>
              <a:t> Tingkat </a:t>
            </a:r>
            <a:r>
              <a:rPr lang="en-US" b="1" dirty="0" err="1"/>
              <a:t>Konversi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 err="1"/>
              <a:t>Semakin</a:t>
            </a:r>
            <a:r>
              <a:rPr lang="en-US" dirty="0"/>
              <a:t> </a:t>
            </a:r>
            <a:r>
              <a:rPr lang="en-US" dirty="0" err="1"/>
              <a:t>sedikit</a:t>
            </a:r>
            <a:r>
              <a:rPr lang="en-US" dirty="0"/>
              <a:t> </a:t>
            </a:r>
            <a:r>
              <a:rPr lang="en-US" dirty="0" err="1"/>
              <a:t>pengunjung</a:t>
            </a:r>
            <a:r>
              <a:rPr lang="en-US" dirty="0"/>
              <a:t> situs yang </a:t>
            </a:r>
            <a:r>
              <a:rPr lang="en-US" dirty="0" err="1"/>
              <a:t>berubah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 yang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pembelian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b="1" dirty="0" err="1"/>
              <a:t>Biaya</a:t>
            </a:r>
            <a:r>
              <a:rPr lang="en-US" b="1" dirty="0"/>
              <a:t> </a:t>
            </a:r>
            <a:r>
              <a:rPr lang="en-US" b="1" dirty="0" err="1"/>
              <a:t>Pemasaran</a:t>
            </a:r>
            <a:r>
              <a:rPr lang="en-US" b="1" dirty="0"/>
              <a:t> Tinggi:</a:t>
            </a:r>
            <a:br>
              <a:rPr lang="en-US" dirty="0"/>
            </a:br>
            <a:r>
              <a:rPr lang="en-US" dirty="0" err="1"/>
              <a:t>Investasi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kampanye</a:t>
            </a:r>
            <a:r>
              <a:rPr lang="en-US" dirty="0"/>
              <a:t> </a:t>
            </a:r>
            <a:r>
              <a:rPr lang="en-US" dirty="0" err="1"/>
              <a:t>pemasaran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pengembalian</a:t>
            </a:r>
            <a:r>
              <a:rPr lang="en-US" dirty="0"/>
              <a:t>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harapan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b="1" dirty="0" err="1"/>
              <a:t>Kebutuhan</a:t>
            </a:r>
            <a:r>
              <a:rPr lang="en-US" b="1" dirty="0"/>
              <a:t> </a:t>
            </a:r>
            <a:r>
              <a:rPr lang="en-US" b="1" dirty="0" err="1"/>
              <a:t>Analisis</a:t>
            </a:r>
            <a:r>
              <a:rPr lang="en-US" b="1" dirty="0"/>
              <a:t> </a:t>
            </a:r>
            <a:r>
              <a:rPr lang="en-US" b="1" dirty="0" err="1"/>
              <a:t>Umpan</a:t>
            </a:r>
            <a:r>
              <a:rPr lang="en-US" b="1" dirty="0"/>
              <a:t> Balik </a:t>
            </a:r>
            <a:r>
              <a:rPr lang="en-US" b="1" dirty="0" err="1"/>
              <a:t>Pelanggan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opini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dan </a:t>
            </a:r>
            <a:r>
              <a:rPr lang="en-US" dirty="0" err="1"/>
              <a:t>layanan</a:t>
            </a:r>
            <a:r>
              <a:rPr lang="en-US" dirty="0"/>
              <a:t> sangat </a:t>
            </a: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keterlibatan</a:t>
            </a:r>
            <a:r>
              <a:rPr lang="en-US" dirty="0"/>
              <a:t> dan </a:t>
            </a:r>
            <a:r>
              <a:rPr lang="en-US" dirty="0" err="1"/>
              <a:t>konversi</a:t>
            </a:r>
            <a:r>
              <a:rPr lang="en-US" dirty="0"/>
              <a:t>.</a:t>
            </a:r>
          </a:p>
          <a:p>
            <a:pPr lvl="1">
              <a:lnSpc>
                <a:spcPct val="17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46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519D-E5FA-5BA8-A4BA-A225CA11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Subject: </a:t>
            </a:r>
            <a:r>
              <a:rPr lang="en-US" b="1" dirty="0" err="1"/>
              <a:t>Permintaan</a:t>
            </a:r>
            <a:r>
              <a:rPr lang="en-US" b="1" dirty="0"/>
              <a:t> </a:t>
            </a:r>
            <a:r>
              <a:rPr lang="en-US" b="1" dirty="0" err="1"/>
              <a:t>Analisis</a:t>
            </a:r>
            <a:r>
              <a:rPr lang="en-US" b="1" dirty="0"/>
              <a:t> Data </a:t>
            </a:r>
            <a:r>
              <a:rPr lang="en-US" b="1" dirty="0" err="1"/>
              <a:t>untuk</a:t>
            </a:r>
            <a:r>
              <a:rPr lang="en-US" b="1" dirty="0"/>
              <a:t> </a:t>
            </a:r>
            <a:r>
              <a:rPr lang="en-US" b="1" dirty="0" err="1"/>
              <a:t>Meningkatkan</a:t>
            </a:r>
            <a:r>
              <a:rPr lang="en-US" b="1" dirty="0"/>
              <a:t> Strategi </a:t>
            </a:r>
            <a:r>
              <a:rPr lang="en-US" b="1" dirty="0" err="1"/>
              <a:t>Pemasaran</a:t>
            </a:r>
            <a:br>
              <a:rPr lang="en-US" b="1" dirty="0"/>
            </a:b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CD20F-C850-EB87-7F72-C016CF415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Halo Data Analyst,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Saya </a:t>
            </a:r>
            <a:r>
              <a:rPr lang="en-US" dirty="0" err="1"/>
              <a:t>harap</a:t>
            </a:r>
            <a:r>
              <a:rPr lang="en-US" dirty="0"/>
              <a:t> Anda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keadaan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Saya </a:t>
            </a:r>
            <a:r>
              <a:rPr lang="en-US" dirty="0" err="1"/>
              <a:t>adalah</a:t>
            </a:r>
            <a:r>
              <a:rPr lang="en-US" dirty="0"/>
              <a:t> Marketing Manager di </a:t>
            </a:r>
            <a:r>
              <a:rPr lang="en-US" b="1" dirty="0" err="1"/>
              <a:t>ShopEasy</a:t>
            </a:r>
            <a:r>
              <a:rPr lang="en-US" dirty="0"/>
              <a:t>. </a:t>
            </a:r>
            <a:r>
              <a:rPr lang="en-US" dirty="0" err="1"/>
              <a:t>Belakangan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kami </a:t>
            </a:r>
            <a:r>
              <a:rPr lang="en-US" dirty="0" err="1"/>
              <a:t>menghadapi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tantangan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kampanye</a:t>
            </a:r>
            <a:r>
              <a:rPr lang="en-US" dirty="0"/>
              <a:t> </a:t>
            </a:r>
            <a:r>
              <a:rPr lang="en-US" dirty="0" err="1"/>
              <a:t>pemasaran</a:t>
            </a:r>
            <a:r>
              <a:rPr lang="en-US" dirty="0"/>
              <a:t>, dan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meminta</a:t>
            </a:r>
            <a:r>
              <a:rPr lang="en-US" dirty="0"/>
              <a:t> </a:t>
            </a:r>
            <a:r>
              <a:rPr lang="en-US" dirty="0" err="1"/>
              <a:t>bantuan</a:t>
            </a:r>
            <a:r>
              <a:rPr lang="en-US" dirty="0"/>
              <a:t> Anda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data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mengidentifikasi</a:t>
            </a:r>
            <a:r>
              <a:rPr lang="en-US" dirty="0"/>
              <a:t> area yang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ditingkatkan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/>
              <a:t>Meskipun</a:t>
            </a:r>
            <a:r>
              <a:rPr lang="en-US" dirty="0"/>
              <a:t> </a:t>
            </a:r>
            <a:r>
              <a:rPr lang="en-US" dirty="0" err="1"/>
              <a:t>investasi</a:t>
            </a:r>
            <a:r>
              <a:rPr lang="en-US" dirty="0"/>
              <a:t> </a:t>
            </a:r>
            <a:r>
              <a:rPr lang="en-US" dirty="0" err="1"/>
              <a:t>pemasaran</a:t>
            </a:r>
            <a:r>
              <a:rPr lang="en-US" dirty="0"/>
              <a:t> kami </a:t>
            </a:r>
            <a:r>
              <a:rPr lang="en-US" dirty="0" err="1"/>
              <a:t>meningkat</a:t>
            </a:r>
            <a:r>
              <a:rPr lang="en-US" dirty="0"/>
              <a:t>, kami </a:t>
            </a:r>
            <a:r>
              <a:rPr lang="en-US" dirty="0" err="1"/>
              <a:t>justru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penurunan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keterlibatan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 dan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konversi</a:t>
            </a:r>
            <a:r>
              <a:rPr lang="en-US" dirty="0"/>
              <a:t>. </a:t>
            </a: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pemasaran</a:t>
            </a:r>
            <a:r>
              <a:rPr lang="en-US" dirty="0"/>
              <a:t> </a:t>
            </a:r>
            <a:r>
              <a:rPr lang="en-US" dirty="0" err="1"/>
              <a:t>meningkat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return on investment (ROI)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memenuhi</a:t>
            </a:r>
            <a:r>
              <a:rPr lang="en-US" dirty="0"/>
              <a:t> </a:t>
            </a:r>
            <a:r>
              <a:rPr lang="en-US" dirty="0" err="1"/>
              <a:t>ekspektasi</a:t>
            </a:r>
            <a:r>
              <a:rPr lang="en-US" dirty="0"/>
              <a:t> kami.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Kami </a:t>
            </a:r>
            <a:r>
              <a:rPr lang="en-US" dirty="0" err="1"/>
              <a:t>membutuhkan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yang </a:t>
            </a:r>
            <a:r>
              <a:rPr lang="en-US" dirty="0" err="1"/>
              <a:t>komprehensif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efektivitas</a:t>
            </a:r>
            <a:r>
              <a:rPr lang="en-US" dirty="0"/>
              <a:t> strategi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dan </a:t>
            </a:r>
            <a:r>
              <a:rPr lang="en-US" dirty="0" err="1"/>
              <a:t>menemukan</a:t>
            </a:r>
            <a:r>
              <a:rPr lang="en-US" dirty="0"/>
              <a:t>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mengoptimalkan</a:t>
            </a:r>
            <a:r>
              <a:rPr lang="en-US" dirty="0"/>
              <a:t> </a:t>
            </a:r>
            <a:r>
              <a:rPr lang="en-US" dirty="0" err="1"/>
              <a:t>upaya</a:t>
            </a:r>
            <a:r>
              <a:rPr lang="en-US" dirty="0"/>
              <a:t> </a:t>
            </a:r>
            <a:r>
              <a:rPr lang="en-US" dirty="0" err="1"/>
              <a:t>pemasaran</a:t>
            </a:r>
            <a:r>
              <a:rPr lang="en-US" dirty="0"/>
              <a:t> kami.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Kami </a:t>
            </a:r>
            <a:r>
              <a:rPr lang="en-US" dirty="0" err="1"/>
              <a:t>memiliki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, </a:t>
            </a:r>
            <a:r>
              <a:rPr lang="en-US" dirty="0" err="1"/>
              <a:t>termasuk</a:t>
            </a:r>
            <a:r>
              <a:rPr lang="en-US" dirty="0"/>
              <a:t> </a:t>
            </a:r>
            <a:r>
              <a:rPr lang="en-US" dirty="0" err="1"/>
              <a:t>ulasan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, </a:t>
            </a:r>
            <a:r>
              <a:rPr lang="en-US" dirty="0" err="1"/>
              <a:t>komentar</a:t>
            </a:r>
            <a:r>
              <a:rPr lang="en-US" dirty="0"/>
              <a:t> media </a:t>
            </a:r>
            <a:r>
              <a:rPr lang="en-US" dirty="0" err="1"/>
              <a:t>sosial</a:t>
            </a:r>
            <a:r>
              <a:rPr lang="en-US" dirty="0"/>
              <a:t>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metrik</a:t>
            </a:r>
            <a:r>
              <a:rPr lang="en-US" dirty="0"/>
              <a:t> </a:t>
            </a:r>
            <a:r>
              <a:rPr lang="en-US" dirty="0" err="1"/>
              <a:t>performa</a:t>
            </a:r>
            <a:r>
              <a:rPr lang="en-US" dirty="0"/>
              <a:t> </a:t>
            </a:r>
            <a:r>
              <a:rPr lang="en-US" dirty="0" err="1"/>
              <a:t>kampanye</a:t>
            </a:r>
            <a:r>
              <a:rPr lang="en-US" dirty="0"/>
              <a:t>. Insight </a:t>
            </a:r>
            <a:r>
              <a:rPr lang="en-US" dirty="0" err="1"/>
              <a:t>dari</a:t>
            </a:r>
            <a:r>
              <a:rPr lang="en-US" dirty="0"/>
              <a:t> Anda </a:t>
            </a:r>
            <a:r>
              <a:rPr lang="en-US" dirty="0" err="1"/>
              <a:t>akan</a:t>
            </a:r>
            <a:r>
              <a:rPr lang="en-US" dirty="0"/>
              <a:t> sangat </a:t>
            </a:r>
            <a:r>
              <a:rPr lang="en-US" dirty="0" err="1"/>
              <a:t>membantu</a:t>
            </a:r>
            <a:r>
              <a:rPr lang="en-US" dirty="0"/>
              <a:t> kami </a:t>
            </a:r>
            <a:r>
              <a:rPr lang="en-US" dirty="0" err="1"/>
              <a:t>membalikkan</a:t>
            </a:r>
            <a:r>
              <a:rPr lang="en-US" dirty="0"/>
              <a:t> </a:t>
            </a:r>
            <a:r>
              <a:rPr lang="en-US" dirty="0" err="1"/>
              <a:t>situasi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Menunggu</a:t>
            </a:r>
            <a:r>
              <a:rPr lang="en-US" dirty="0"/>
              <a:t> </a:t>
            </a:r>
            <a:r>
              <a:rPr lang="en-US" dirty="0" err="1"/>
              <a:t>tanggapan</a:t>
            </a:r>
            <a:r>
              <a:rPr lang="en-US" dirty="0"/>
              <a:t> Anda.</a:t>
            </a:r>
          </a:p>
          <a:p>
            <a:pPr marL="0" indent="0">
              <a:buNone/>
            </a:pPr>
            <a:r>
              <a:rPr lang="en-US" dirty="0"/>
              <a:t>Hormat kami,</a:t>
            </a:r>
            <a:br>
              <a:rPr lang="en-US" dirty="0"/>
            </a:br>
            <a:r>
              <a:rPr lang="en-US" dirty="0"/>
              <a:t>Jane Doe</a:t>
            </a:r>
            <a:br>
              <a:rPr lang="en-US" dirty="0"/>
            </a:br>
            <a:r>
              <a:rPr lang="en-US" dirty="0"/>
              <a:t>Marketing Manager</a:t>
            </a:r>
          </a:p>
          <a:p>
            <a:pPr marL="0" indent="0">
              <a:lnSpc>
                <a:spcPct val="17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862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519D-E5FA-5BA8-A4BA-A225CA11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Subject: </a:t>
            </a:r>
            <a:r>
              <a:rPr lang="en-US" dirty="0" err="1"/>
              <a:t>Permintaan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Data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Meningkatkan</a:t>
            </a:r>
            <a:r>
              <a:rPr lang="en-US" dirty="0"/>
              <a:t> Strategi </a:t>
            </a:r>
            <a:r>
              <a:rPr lang="en-US" dirty="0" err="1"/>
              <a:t>Pemasaran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CD20F-C850-EB87-7F72-C016CF415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dirty="0"/>
              <a:t>Halo Data Analyst,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Saya </a:t>
            </a:r>
            <a:r>
              <a:rPr lang="en-US" dirty="0" err="1"/>
              <a:t>adalah</a:t>
            </a:r>
            <a:r>
              <a:rPr lang="en-US" dirty="0"/>
              <a:t> Customer Experience Manager di </a:t>
            </a:r>
            <a:r>
              <a:rPr lang="en-US" b="1" dirty="0" err="1"/>
              <a:t>ShopEasy</a:t>
            </a:r>
            <a:r>
              <a:rPr lang="en-US" dirty="0"/>
              <a:t>, dan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meminta</a:t>
            </a:r>
            <a:r>
              <a:rPr lang="en-US" dirty="0"/>
              <a:t> </a:t>
            </a:r>
            <a:r>
              <a:rPr lang="en-US" dirty="0" err="1"/>
              <a:t>bantuan</a:t>
            </a:r>
            <a:r>
              <a:rPr lang="en-US" dirty="0"/>
              <a:t> Anda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menganalisis</a:t>
            </a:r>
            <a:r>
              <a:rPr lang="en-US" dirty="0"/>
              <a:t> </a:t>
            </a:r>
            <a:r>
              <a:rPr lang="en-US" dirty="0" err="1"/>
              <a:t>umpan</a:t>
            </a:r>
            <a:r>
              <a:rPr lang="en-US" dirty="0"/>
              <a:t> </a:t>
            </a:r>
            <a:r>
              <a:rPr lang="en-US" dirty="0" err="1"/>
              <a:t>balik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 kami.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Dalam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terakhir</a:t>
            </a:r>
            <a:r>
              <a:rPr lang="en-US" dirty="0"/>
              <a:t>, kami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penurunan</a:t>
            </a:r>
            <a:r>
              <a:rPr lang="en-US" dirty="0"/>
              <a:t> </a:t>
            </a:r>
            <a:r>
              <a:rPr lang="en-US" dirty="0" err="1"/>
              <a:t>keterlibatan</a:t>
            </a:r>
            <a:r>
              <a:rPr lang="en-US" dirty="0"/>
              <a:t> dan </a:t>
            </a:r>
            <a:r>
              <a:rPr lang="en-US" dirty="0" err="1"/>
              <a:t>kepuasan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, yang </a:t>
            </a:r>
            <a:r>
              <a:rPr lang="en-US" dirty="0" err="1"/>
              <a:t>berdampak</a:t>
            </a:r>
            <a:r>
              <a:rPr lang="en-US" dirty="0"/>
              <a:t> pada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konversi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keseluruhan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Kami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mengumpulkan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ulasan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 dan </a:t>
            </a:r>
            <a:r>
              <a:rPr lang="en-US" dirty="0" err="1"/>
              <a:t>komentar</a:t>
            </a:r>
            <a:r>
              <a:rPr lang="en-US" dirty="0"/>
              <a:t> media </a:t>
            </a:r>
            <a:r>
              <a:rPr lang="en-US" dirty="0" err="1"/>
              <a:t>sosial</a:t>
            </a:r>
            <a:r>
              <a:rPr lang="en-US" dirty="0"/>
              <a:t> yang </a:t>
            </a:r>
            <a:r>
              <a:rPr lang="en-US" dirty="0" err="1"/>
              <a:t>menyoroti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isu</a:t>
            </a:r>
            <a:r>
              <a:rPr lang="en-US" dirty="0"/>
              <a:t> dan </a:t>
            </a:r>
            <a:r>
              <a:rPr lang="en-US" dirty="0" err="1"/>
              <a:t>sentimen</a:t>
            </a:r>
            <a:r>
              <a:rPr lang="en-US" dirty="0"/>
              <a:t>. Kami </a:t>
            </a:r>
            <a:r>
              <a:rPr lang="en-US" dirty="0" err="1"/>
              <a:t>percaya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menganalisis</a:t>
            </a:r>
            <a:r>
              <a:rPr lang="en-US" dirty="0"/>
              <a:t> data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menyeluruh</a:t>
            </a:r>
            <a:r>
              <a:rPr lang="en-US" dirty="0"/>
              <a:t>, kami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dan pain points </a:t>
            </a:r>
            <a:r>
              <a:rPr lang="en-US" dirty="0" err="1"/>
              <a:t>pelanggan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 err="1"/>
              <a:t>Keahlian</a:t>
            </a:r>
            <a:r>
              <a:rPr lang="en-US" dirty="0"/>
              <a:t> Anda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data sangat </a:t>
            </a: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kami </a:t>
            </a:r>
            <a:r>
              <a:rPr lang="en-US" dirty="0" err="1"/>
              <a:t>menerjemahkan</a:t>
            </a:r>
            <a:r>
              <a:rPr lang="en-US" dirty="0"/>
              <a:t> feedback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insight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ditindaklanjuti</a:t>
            </a:r>
            <a:r>
              <a:rPr lang="en-US" dirty="0"/>
              <a:t>. </a:t>
            </a:r>
            <a:r>
              <a:rPr lang="en-US" dirty="0" err="1"/>
              <a:t>Harapannya</a:t>
            </a:r>
            <a:r>
              <a:rPr lang="en-US" dirty="0"/>
              <a:t>,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pengalaman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mendongkrak</a:t>
            </a:r>
            <a:r>
              <a:rPr lang="en-US" dirty="0"/>
              <a:t> engagement dan conversion rate.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bantuannya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Hormat kami,</a:t>
            </a:r>
            <a:br>
              <a:rPr lang="en-US" dirty="0"/>
            </a:br>
            <a:br>
              <a:rPr lang="en-US" dirty="0"/>
            </a:br>
            <a:r>
              <a:rPr lang="en-US" dirty="0"/>
              <a:t>John Smith</a:t>
            </a:r>
            <a:br>
              <a:rPr lang="en-US" dirty="0"/>
            </a:br>
            <a:r>
              <a:rPr lang="en-US" dirty="0"/>
              <a:t>Customer Experience Manager</a:t>
            </a:r>
            <a:br>
              <a:rPr lang="en-US" dirty="0"/>
            </a:br>
            <a:r>
              <a:rPr lang="en-US" dirty="0" err="1"/>
              <a:t>ShopEasy</a:t>
            </a:r>
            <a:endParaRPr lang="en-US" dirty="0"/>
          </a:p>
          <a:p>
            <a:pPr marL="0" indent="0">
              <a:lnSpc>
                <a:spcPct val="17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9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C383B-F10C-7ECB-AA0D-9A79BD44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Performance Indicators (KPIs)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AA8B0-E93B-E9BB-8C09-E2F8D0D61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Conversion Rate:</a:t>
            </a:r>
            <a:br>
              <a:rPr lang="en-US" dirty="0"/>
            </a:br>
            <a:r>
              <a:rPr lang="en-US" dirty="0" err="1"/>
              <a:t>Persentase</a:t>
            </a:r>
            <a:r>
              <a:rPr lang="en-US" dirty="0"/>
              <a:t> </a:t>
            </a:r>
            <a:r>
              <a:rPr lang="en-US" dirty="0" err="1"/>
              <a:t>pengunjung</a:t>
            </a:r>
            <a:r>
              <a:rPr lang="en-US" dirty="0"/>
              <a:t> website yang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pembelian</a:t>
            </a:r>
            <a:r>
              <a:rPr lang="en-US" dirty="0"/>
              <a:t>.</a:t>
            </a:r>
          </a:p>
          <a:p>
            <a:r>
              <a:rPr lang="en-US" b="1" dirty="0"/>
              <a:t>Customer Engagement Rate:</a:t>
            </a:r>
            <a:br>
              <a:rPr lang="en-US" dirty="0"/>
            </a:br>
            <a:r>
              <a:rPr lang="en-US" dirty="0"/>
              <a:t>Tingkat </a:t>
            </a:r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</a:t>
            </a:r>
            <a:r>
              <a:rPr lang="en-US" dirty="0" err="1"/>
              <a:t>pemasaran</a:t>
            </a:r>
            <a:r>
              <a:rPr lang="en-US" dirty="0"/>
              <a:t> (</a:t>
            </a:r>
            <a:r>
              <a:rPr lang="en-US" dirty="0" err="1"/>
              <a:t>klik</a:t>
            </a:r>
            <a:r>
              <a:rPr lang="en-US" dirty="0"/>
              <a:t>, like, </a:t>
            </a:r>
            <a:r>
              <a:rPr lang="en-US" dirty="0" err="1"/>
              <a:t>komentar</a:t>
            </a:r>
            <a:r>
              <a:rPr lang="en-US" dirty="0"/>
              <a:t>).</a:t>
            </a:r>
          </a:p>
          <a:p>
            <a:r>
              <a:rPr lang="en-US" b="1" dirty="0"/>
              <a:t>Average Order Value (AOV):</a:t>
            </a:r>
            <a:br>
              <a:rPr lang="en-US" dirty="0"/>
            </a:br>
            <a:r>
              <a:rPr lang="en-US" dirty="0"/>
              <a:t>Rata-rata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pembelian</a:t>
            </a:r>
            <a:r>
              <a:rPr lang="en-US" dirty="0"/>
              <a:t> per </a:t>
            </a:r>
            <a:r>
              <a:rPr lang="en-US" dirty="0" err="1"/>
              <a:t>transaksi</a:t>
            </a:r>
            <a:r>
              <a:rPr lang="en-US" dirty="0"/>
              <a:t>.</a:t>
            </a:r>
          </a:p>
          <a:p>
            <a:r>
              <a:rPr lang="en-US" b="1" dirty="0"/>
              <a:t>Customer Feedback Score:</a:t>
            </a:r>
            <a:br>
              <a:rPr lang="en-US" dirty="0"/>
            </a:br>
            <a:r>
              <a:rPr lang="en-US" dirty="0"/>
              <a:t>Rata-rata </a:t>
            </a:r>
            <a:r>
              <a:rPr lang="en-US" dirty="0" err="1"/>
              <a:t>penilaian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ulasan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62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F449-8457-0E38-E3B4-75FA6F83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Goals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A4C0A-7CD6-52C8-5795-CE203917B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 err="1"/>
              <a:t>Meningkatkan</a:t>
            </a:r>
            <a:r>
              <a:rPr lang="en-US" b="1" dirty="0"/>
              <a:t> Tingkat </a:t>
            </a:r>
            <a:r>
              <a:rPr lang="en-US" b="1" dirty="0" err="1"/>
              <a:t>Konversi</a:t>
            </a:r>
            <a:endParaRPr lang="en-US" b="1" dirty="0"/>
          </a:p>
          <a:p>
            <a:r>
              <a:rPr lang="en-US" b="1" dirty="0"/>
              <a:t>Tujuan:</a:t>
            </a:r>
            <a:br>
              <a:rPr lang="en-US" dirty="0"/>
            </a:br>
            <a:r>
              <a:rPr lang="en-US" dirty="0" err="1"/>
              <a:t>Mengidentifikasi</a:t>
            </a:r>
            <a:r>
              <a:rPr lang="en-US" dirty="0"/>
              <a:t> </a:t>
            </a:r>
            <a:r>
              <a:rPr lang="en-US" dirty="0" err="1"/>
              <a:t>faktor-faktor</a:t>
            </a:r>
            <a:r>
              <a:rPr lang="en-US" dirty="0"/>
              <a:t> yang </a:t>
            </a:r>
            <a:r>
              <a:rPr lang="en-US" dirty="0" err="1"/>
              <a:t>memengaruhi</a:t>
            </a:r>
            <a:r>
              <a:rPr lang="en-US" dirty="0"/>
              <a:t> conversion rate dan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rekomendasi</a:t>
            </a:r>
            <a:r>
              <a:rPr lang="en-US" dirty="0"/>
              <a:t> </a:t>
            </a:r>
            <a:r>
              <a:rPr lang="en-US" dirty="0" err="1"/>
              <a:t>perbaikan</a:t>
            </a:r>
            <a:r>
              <a:rPr lang="en-US" dirty="0"/>
              <a:t>.</a:t>
            </a:r>
          </a:p>
          <a:p>
            <a:r>
              <a:rPr lang="en-US" b="1" dirty="0"/>
              <a:t>Insight yang </a:t>
            </a:r>
            <a:r>
              <a:rPr lang="en-US" b="1" dirty="0" err="1"/>
              <a:t>Diharapkan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 err="1"/>
              <a:t>Menyoroti</a:t>
            </a:r>
            <a:r>
              <a:rPr lang="en-US" dirty="0"/>
              <a:t> </a:t>
            </a: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di mana </a:t>
            </a:r>
            <a:r>
              <a:rPr lang="en-US" dirty="0" err="1"/>
              <a:t>pengunjung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berhenti</a:t>
            </a:r>
            <a:r>
              <a:rPr lang="en-US" dirty="0"/>
              <a:t> (drop-off) dan </a:t>
            </a:r>
            <a:r>
              <a:rPr lang="en-US" dirty="0" err="1"/>
              <a:t>memberikan</a:t>
            </a:r>
            <a:r>
              <a:rPr lang="en-US" dirty="0"/>
              <a:t> saran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mengoptimalkan</a:t>
            </a:r>
            <a:r>
              <a:rPr lang="en-US" dirty="0"/>
              <a:t> funnel </a:t>
            </a:r>
            <a:r>
              <a:rPr lang="en-US" dirty="0" err="1"/>
              <a:t>konversi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 err="1"/>
              <a:t>Meningkatkan</a:t>
            </a:r>
            <a:r>
              <a:rPr lang="en-US" b="1" dirty="0"/>
              <a:t> </a:t>
            </a:r>
            <a:r>
              <a:rPr lang="en-US" b="1" dirty="0" err="1"/>
              <a:t>Keterlibatan</a:t>
            </a:r>
            <a:r>
              <a:rPr lang="en-US" b="1" dirty="0"/>
              <a:t> </a:t>
            </a:r>
            <a:r>
              <a:rPr lang="en-US" b="1" dirty="0" err="1"/>
              <a:t>Pelanggan</a:t>
            </a:r>
            <a:endParaRPr lang="en-US" b="1" dirty="0"/>
          </a:p>
          <a:p>
            <a:r>
              <a:rPr lang="en-US" b="1" dirty="0"/>
              <a:t>Tujuan:</a:t>
            </a:r>
            <a:br>
              <a:rPr lang="en-US" dirty="0"/>
            </a:b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yang </a:t>
            </a:r>
            <a:r>
              <a:rPr lang="en-US" dirty="0" err="1"/>
              <a:t>menghasilkan</a:t>
            </a:r>
            <a:r>
              <a:rPr lang="en-US" dirty="0"/>
              <a:t> engagement </a:t>
            </a:r>
            <a:r>
              <a:rPr lang="en-US" dirty="0" err="1"/>
              <a:t>tertinggi</a:t>
            </a:r>
            <a:r>
              <a:rPr lang="en-US" dirty="0"/>
              <a:t>.</a:t>
            </a:r>
          </a:p>
          <a:p>
            <a:r>
              <a:rPr lang="en-US" b="1" dirty="0"/>
              <a:t>Insight yang </a:t>
            </a:r>
            <a:r>
              <a:rPr lang="en-US" b="1" dirty="0" err="1"/>
              <a:t>Diharapkan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 err="1"/>
              <a:t>Menganalisis</a:t>
            </a:r>
            <a:r>
              <a:rPr lang="en-US" dirty="0"/>
              <a:t>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interaksi</a:t>
            </a:r>
            <a:r>
              <a:rPr lang="en-US" dirty="0"/>
              <a:t> pada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</a:t>
            </a:r>
            <a:r>
              <a:rPr lang="en-US" dirty="0" err="1"/>
              <a:t>pemasaran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menyusun</a:t>
            </a:r>
            <a:r>
              <a:rPr lang="en-US" dirty="0"/>
              <a:t> strategi </a:t>
            </a:r>
            <a:r>
              <a:rPr lang="en-US" dirty="0" err="1"/>
              <a:t>konten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efektif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 err="1"/>
              <a:t>Meningkatkan</a:t>
            </a:r>
            <a:r>
              <a:rPr lang="en-US" b="1" dirty="0"/>
              <a:t> Skor </a:t>
            </a:r>
            <a:r>
              <a:rPr lang="en-US" b="1" dirty="0" err="1"/>
              <a:t>Umpan</a:t>
            </a:r>
            <a:r>
              <a:rPr lang="en-US" b="1" dirty="0"/>
              <a:t> Balik </a:t>
            </a:r>
            <a:r>
              <a:rPr lang="en-US" b="1" dirty="0" err="1"/>
              <a:t>Pelanggan</a:t>
            </a:r>
            <a:endParaRPr lang="en-US" b="1" dirty="0"/>
          </a:p>
          <a:p>
            <a:r>
              <a:rPr lang="en-US" b="1" dirty="0"/>
              <a:t>Tujuan:</a:t>
            </a:r>
            <a:br>
              <a:rPr lang="en-US" dirty="0"/>
            </a:b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tema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ulasan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 dan </a:t>
            </a:r>
            <a:r>
              <a:rPr lang="en-US" dirty="0" err="1"/>
              <a:t>memberikan</a:t>
            </a:r>
            <a:r>
              <a:rPr lang="en-US" dirty="0"/>
              <a:t> insight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ditindaklanjuti</a:t>
            </a:r>
            <a:r>
              <a:rPr lang="en-US" dirty="0"/>
              <a:t>.</a:t>
            </a:r>
          </a:p>
          <a:p>
            <a:r>
              <a:rPr lang="en-US" b="1" dirty="0"/>
              <a:t>Insight yang </a:t>
            </a:r>
            <a:r>
              <a:rPr lang="en-US" b="1" dirty="0" err="1"/>
              <a:t>Diharapkan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 err="1"/>
              <a:t>Mengidentifikasi</a:t>
            </a:r>
            <a:r>
              <a:rPr lang="en-US" dirty="0"/>
              <a:t> </a:t>
            </a:r>
            <a:r>
              <a:rPr lang="en-US" dirty="0" err="1"/>
              <a:t>pola</a:t>
            </a:r>
            <a:r>
              <a:rPr lang="en-US" dirty="0"/>
              <a:t> feedback </a:t>
            </a:r>
            <a:r>
              <a:rPr lang="en-US" dirty="0" err="1"/>
              <a:t>positif</a:t>
            </a:r>
            <a:r>
              <a:rPr lang="en-US" dirty="0"/>
              <a:t> dan </a:t>
            </a:r>
            <a:r>
              <a:rPr lang="en-US" dirty="0" err="1"/>
              <a:t>negatif</a:t>
            </a:r>
            <a:r>
              <a:rPr lang="en-US" dirty="0"/>
              <a:t> yang </a:t>
            </a:r>
            <a:r>
              <a:rPr lang="en-US" dirty="0" err="1"/>
              <a:t>berulang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dan </a:t>
            </a:r>
            <a:r>
              <a:rPr lang="en-US" dirty="0" err="1"/>
              <a:t>layanan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>
              <a:lnSpc>
                <a:spcPct val="17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02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620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Marketing Analytics Business Case</vt:lpstr>
      <vt:lpstr>Introduction to Business Problem</vt:lpstr>
      <vt:lpstr>Subject: Permintaan Analisis Data untuk Meningkatkan Strategi Pemasaran </vt:lpstr>
      <vt:lpstr>Subject: Permintaan Analisis Data untuk Meningkatkan Strategi Pemasaran</vt:lpstr>
      <vt:lpstr>Key Performance Indicators (KPIs)</vt:lpstr>
      <vt:lpstr>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Ahmad</dc:creator>
  <cp:lastModifiedBy>Aldira Pratama</cp:lastModifiedBy>
  <cp:revision>7</cp:revision>
  <dcterms:created xsi:type="dcterms:W3CDTF">2024-07-20T13:50:58Z</dcterms:created>
  <dcterms:modified xsi:type="dcterms:W3CDTF">2026-02-21T06:10:42Z</dcterms:modified>
</cp:coreProperties>
</file>